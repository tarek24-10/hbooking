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 defTabSz="914400">
      <a:defRPr lang="en-US" dirty="0"/>
    </a:defPPr>
    <a:lvl1pPr marL="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 kern="1200" dirty="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524000" y="1122363"/>
            <a:ext cx="9144000" cy="2387600"/>
          </a:xfrm>
          <a:ln>
            <a:headEnd type="none"/>
            <a:tailEnd type="none"/>
          </a:ln>
        </p:spPr>
        <p:txBody>
          <a:bodyPr wrap="square" anchor="b"/>
          <a:lstStyle>
            <a:lvl1pPr algn="ctr">
              <a:defRPr sz="6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524000" y="3602038"/>
            <a:ext cx="9144000" cy="1655762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2400" dirty="0"/>
            </a:lvl1pPr>
            <a:lvl2pPr marL="457200" indent="0" algn="ctr">
              <a:buNone/>
              <a:defRPr sz="2000" dirty="0"/>
            </a:lvl2pPr>
            <a:lvl3pPr marL="914400" indent="0" algn="ctr">
              <a:buNone/>
              <a:defRPr sz="1800" dirty="0"/>
            </a:lvl3pPr>
            <a:lvl4pPr marL="1371600" indent="0" algn="ctr">
              <a:buNone/>
              <a:defRPr sz="1600" dirty="0"/>
            </a:lvl4pPr>
            <a:lvl5pPr marL="1828800" indent="0" algn="ctr">
              <a:buNone/>
              <a:defRPr sz="1600" dirty="0"/>
            </a:lvl5pPr>
            <a:lvl6pPr marL="2286000" indent="0" algn="ctr">
              <a:buNone/>
              <a:defRPr sz="1600" dirty="0"/>
            </a:lvl6pPr>
            <a:lvl7pPr marL="2743200" indent="0" algn="ctr">
              <a:buNone/>
              <a:defRPr sz="1600" dirty="0"/>
            </a:lvl7pPr>
            <a:lvl8pPr marL="3200400" indent="0" algn="ctr">
              <a:buNone/>
              <a:defRPr sz="1600" dirty="0"/>
            </a:lvl8pPr>
            <a:lvl9pPr marL="3657600" indent="0" algn="ctr">
              <a:buNone/>
              <a:defRPr sz="1600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0B656A9B-1D5C-4773-96DA-59FFF9A0C685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1876A3B-FE14-4A6F-92A9-8051A7B842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0B656A9B-1D5C-4773-96DA-59FFF9A0C685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1876A3B-FE14-4A6F-92A9-8051A7B842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1850" y="1709738"/>
            <a:ext cx="10515600" cy="2852737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6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1850" y="4589463"/>
            <a:ext cx="10515600" cy="150018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400" dirty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0B656A9B-1D5C-4773-96DA-59FFF9A0C685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1876A3B-FE14-4A6F-92A9-8051A7B842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white">
          <a:xfrm>
            <a:off x="838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6172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0B656A9B-1D5C-4773-96DA-59FFF9A0C685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1876A3B-FE14-4A6F-92A9-8051A7B842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365125"/>
            <a:ext cx="10515600" cy="1325563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9788" y="1681163"/>
            <a:ext cx="5157787" cy="823912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839788" y="2505075"/>
            <a:ext cx="5157787" cy="368458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6172200" y="1681163"/>
            <a:ext cx="5183188" cy="823912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white">
          <a:xfrm>
            <a:off x="6172200" y="2505075"/>
            <a:ext cx="5183188" cy="3684588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0B656A9B-1D5C-4773-96DA-59FFF9A0C685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1876A3B-FE14-4A6F-92A9-8051A7B842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0B656A9B-1D5C-4773-96DA-59FFF9A0C685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1876A3B-FE14-4A6F-92A9-8051A7B842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0B656A9B-1D5C-4773-96DA-59FFF9A0C685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1876A3B-FE14-4A6F-92A9-8051A7B842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32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3200" dirty="0"/>
            </a:lvl1pPr>
            <a:lvl2pPr>
              <a:defRPr sz="2800" dirty="0"/>
            </a:lvl2pPr>
            <a:lvl3pPr>
              <a:defRPr sz="2400" dirty="0"/>
            </a:lvl3pPr>
            <a:lvl4pPr>
              <a:defRPr sz="2000" dirty="0"/>
            </a:lvl4pPr>
            <a:lvl5pPr>
              <a:defRPr sz="2000" dirty="0"/>
            </a:lvl5pPr>
            <a:lvl6pPr>
              <a:defRPr sz="2000" dirty="0"/>
            </a:lvl6pPr>
            <a:lvl7pPr>
              <a:defRPr sz="2000" dirty="0"/>
            </a:lvl7pPr>
            <a:lvl8pPr>
              <a:defRPr sz="2000" dirty="0"/>
            </a:lvl8pPr>
            <a:lvl9pPr>
              <a:defRPr sz="2000" dirty="0"/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0B656A9B-1D5C-4773-96DA-59FFF9A0C685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1876A3B-FE14-4A6F-92A9-8051A7B842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32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white"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3200" dirty="0"/>
            </a:lvl1pPr>
            <a:lvl2pPr marL="457200" indent="0">
              <a:buNone/>
              <a:defRPr sz="2800" dirty="0"/>
            </a:lvl2pPr>
            <a:lvl3pPr marL="914400" indent="0">
              <a:buNone/>
              <a:defRPr sz="2400" dirty="0"/>
            </a:lvl3pPr>
            <a:lvl4pPr marL="1371600" indent="0">
              <a:buNone/>
              <a:defRPr sz="2000" dirty="0"/>
            </a:lvl4pPr>
            <a:lvl5pPr marL="1828800" indent="0">
              <a:buNone/>
              <a:defRPr sz="2000" dirty="0"/>
            </a:lvl5pPr>
            <a:lvl6pPr marL="2286000" indent="0">
              <a:buNone/>
              <a:defRPr sz="2000" dirty="0"/>
            </a:lvl6pPr>
            <a:lvl7pPr marL="2743200" indent="0">
              <a:buNone/>
              <a:defRPr sz="2000" dirty="0"/>
            </a:lvl7pPr>
            <a:lvl8pPr marL="3200400" indent="0">
              <a:buNone/>
              <a:defRPr sz="2000" dirty="0"/>
            </a:lvl8pPr>
            <a:lvl9pPr marL="3657600" indent="0">
              <a:buNone/>
              <a:defRPr sz="2000" dirty="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0B656A9B-1D5C-4773-96DA-59FFF9A0C685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1876A3B-FE14-4A6F-92A9-8051A7B842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0B656A9B-1D5C-4773-96DA-59FFF9A0C685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1876A3B-FE14-4A6F-92A9-8051A7B842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white">
          <a:xfrm>
            <a:off x="8724900" y="365125"/>
            <a:ext cx="26289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xfrm>
            <a:off x="838200" y="365125"/>
            <a:ext cx="77343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0B656A9B-1D5C-4773-96DA-59FFF9A0C685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1876A3B-FE14-4A6F-92A9-8051A7B84280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838200" y="365125"/>
            <a:ext cx="10515600" cy="1325563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838200" y="1825625"/>
            <a:ext cx="10515600" cy="4351338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>
            <a:normAutofit/>
          </a:bodyPr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8382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l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656A9B-1D5C-4773-96DA-59FFF9A0C685}" type="datetimeFigureOut">
              <a:rPr lang="en-US" dirty="0"/>
              <a:t>6/20/2026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4038600" y="6356350"/>
            <a:ext cx="41148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ct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86106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76A3B-FE14-4A6F-92A9-8051A7B84280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ct val="0"/>
        </a:spcBef>
        <a:buNone/>
        <a:defRPr sz="44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 defTabSz="914400">
        <a:defRPr lang="en-US" dirty="0"/>
      </a:defPPr>
      <a:lvl1pPr marL="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xtPricePerNight"/>
          <p:cNvSpPr txBox="1">
            <a:spLocks noChangeArrowheads="1"/>
          </p:cNvSpPr>
          <p:nvPr/>
        </p:nvSpPr>
        <p:spPr bwMode="white">
          <a:xfrm>
            <a:off x="5008153" y="5986602"/>
            <a:ext cx="6280727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914400"/>
            <a:r>
              <a:rPr lang="en-US" dirty="0">
                <a:solidFill>
                  <a:schemeClr val="accent4"/>
                </a:solidFill>
                <a:latin typeface="system-ui"/>
              </a:rPr>
              <a:t>USD $200.00/night</a:t>
            </a:r>
            <a:endParaRPr lang="en-US" dirty="0">
              <a:solidFill>
                <a:schemeClr val="accent4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 bwMode="white">
          <a:xfrm>
            <a:off x="794327" y="1140966"/>
            <a:ext cx="10603346" cy="0"/>
          </a:xfrm>
          <a:prstGeom prst="line">
            <a:avLst/>
          </a:prstGeom>
          <a:ln>
            <a:solidFill>
              <a:schemeClr val="bg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xtHotelSize"/>
          <p:cNvSpPr txBox="1">
            <a:spLocks noChangeArrowheads="1"/>
          </p:cNvSpPr>
          <p:nvPr/>
        </p:nvSpPr>
        <p:spPr bwMode="white">
          <a:xfrm>
            <a:off x="5036938" y="5748748"/>
            <a:ext cx="6223155" cy="307777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914400"/>
            <a:r>
              <a:rPr lang="en-US" sz="1400" dirty="0">
                <a:solidFill>
                  <a:srgbClr val="ADB5BD"/>
                </a:solidFill>
                <a:latin typeface="system-ui"/>
              </a:rPr>
              <a:t>Villa Size: 550 sqft</a:t>
            </a:r>
          </a:p>
        </p:txBody>
      </p:sp>
      <p:sp>
        <p:nvSpPr>
          <p:cNvPr id="17" name="txtOccupancy"/>
          <p:cNvSpPr txBox="1">
            <a:spLocks noChangeArrowheads="1"/>
          </p:cNvSpPr>
          <p:nvPr/>
        </p:nvSpPr>
        <p:spPr bwMode="white">
          <a:xfrm>
            <a:off x="5036938" y="5510894"/>
            <a:ext cx="6223155" cy="307777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r" defTabSz="914400"/>
            <a:r>
              <a:rPr lang="en-US" sz="1400" b="0" i="0" dirty="0">
                <a:solidFill>
                  <a:srgbClr val="ADB5BD"/>
                </a:solidFill>
                <a:effectLst/>
                <a:latin typeface="system-ui"/>
              </a:rPr>
              <a:t>Max Occupancy : 4 adults</a:t>
            </a:r>
          </a:p>
        </p:txBody>
      </p:sp>
      <p:sp>
        <p:nvSpPr>
          <p:cNvPr id="13" name="txtHotelAmenities"/>
          <p:cNvSpPr txBox="1">
            <a:spLocks noChangeArrowheads="1"/>
          </p:cNvSpPr>
          <p:nvPr/>
        </p:nvSpPr>
        <p:spPr bwMode="white">
          <a:xfrm>
            <a:off x="5163127" y="3592506"/>
            <a:ext cx="6280727" cy="369332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l" defTabSz="914400"/>
            <a:endParaRPr lang="en-US" dirty="0">
              <a:solidFill>
                <a:srgbClr val="ADB5BD"/>
              </a:solidFill>
              <a:latin typeface="system-ui"/>
            </a:endParaRPr>
          </a:p>
        </p:txBody>
      </p:sp>
      <p:sp>
        <p:nvSpPr>
          <p:cNvPr id="8" name="txtHotelDescription"/>
          <p:cNvSpPr txBox="1">
            <a:spLocks noChangeArrowheads="1"/>
          </p:cNvSpPr>
          <p:nvPr/>
        </p:nvSpPr>
        <p:spPr bwMode="white">
          <a:xfrm>
            <a:off x="5163127" y="2144050"/>
            <a:ext cx="6280727" cy="92333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914400"/>
            <a:r>
              <a:rPr lang="en-US" b="0" i="0" dirty="0">
                <a:solidFill>
                  <a:srgbClr val="ADB5BD"/>
                </a:solidFill>
                <a:effectLst/>
                <a:latin typeface="system-ui"/>
              </a:rPr>
              <a:t>Fusce 11 tincidunt maximus leo, sed scelerisque massa auctor sit amet. Donec ex mauris, hendrerit quis nibh ac, efficitur fringilla enim.</a:t>
            </a:r>
            <a:endParaRPr lang="en-US" dirty="0"/>
          </a:p>
        </p:txBody>
      </p:sp>
      <p:sp>
        <p:nvSpPr>
          <p:cNvPr id="7" name="txtHotelName"/>
          <p:cNvSpPr txBox="1">
            <a:spLocks noChangeArrowheads="1"/>
          </p:cNvSpPr>
          <p:nvPr/>
        </p:nvSpPr>
        <p:spPr bwMode="white">
          <a:xfrm>
            <a:off x="5163126" y="1480765"/>
            <a:ext cx="7028873" cy="523220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914400"/>
            <a:r>
              <a:rPr lang="en-US" sz="2800" dirty="0">
                <a:solidFill>
                  <a:schemeClr val="accent2"/>
                </a:solidFill>
              </a:rPr>
              <a:t>Luxury </a:t>
            </a:r>
            <a:r>
              <a:rPr lang="en-US" sz="2800" dirty="0" smtClean="0">
                <a:solidFill>
                  <a:schemeClr val="accent2"/>
                </a:solidFill>
              </a:rPr>
              <a:t>Pool Hotel</a:t>
            </a:r>
            <a:endParaRPr lang="en-US" sz="2800" dirty="0">
              <a:solidFill>
                <a:schemeClr val="accent2"/>
              </a:solidFill>
            </a:endParaRPr>
          </a:p>
        </p:txBody>
      </p:sp>
      <p:pic>
        <p:nvPicPr>
          <p:cNvPr id="6" name="imgHotel" descr="A bedroom with a bed and a table&#10;&#10;Description automatically generated with low confidence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748146" y="1538915"/>
            <a:ext cx="3810000" cy="21336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" name="txtHotelName"/>
          <p:cNvSpPr txBox="1">
            <a:spLocks noChangeArrowheads="1"/>
          </p:cNvSpPr>
          <p:nvPr/>
        </p:nvSpPr>
        <p:spPr bwMode="white">
          <a:xfrm>
            <a:off x="0" y="364694"/>
            <a:ext cx="12192000" cy="584775"/>
          </a:xfrm>
          <a:prstGeom prst="rect">
            <a:avLst/>
          </a:prstGeom>
          <a:noFill/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algn="ctr" defTabSz="914400"/>
            <a:r>
              <a:rPr lang="en-US" sz="3200" dirty="0" err="1" smtClean="0">
                <a:solidFill>
                  <a:srgbClr val="00B050"/>
                </a:solidFill>
              </a:rPr>
              <a:t>Hbooking</a:t>
            </a:r>
            <a:r>
              <a:rPr lang="en-US" sz="3200" dirty="0" smtClean="0">
                <a:solidFill>
                  <a:srgbClr val="00B050"/>
                </a:solidFill>
              </a:rPr>
              <a:t> Hotel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5" name="txtHotelAmenitiesHeading">
            <a:extLst>
              <a:ext uri="{FF2B5EF4-FFF2-40B4-BE49-F238E27FC236}">
                <a16:creationId xmlns:a16="http://schemas.microsoft.com/office/drawing/2014/main" id="{999D50DA-48A9-89E6-DD98-EC435EEA7B45}"/>
              </a:ext>
            </a:extLst>
          </p:cNvPr>
          <p:cNvSpPr txBox="1"/>
          <p:nvPr/>
        </p:nvSpPr>
        <p:spPr>
          <a:xfrm>
            <a:off x="5163126" y="3224718"/>
            <a:ext cx="6129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smtClean="0">
                <a:solidFill>
                  <a:schemeClr val="bg1"/>
                </a:solidFill>
                <a:effectLst/>
                <a:latin typeface="system-ui"/>
              </a:rPr>
              <a:t>Hotel Amenities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</TotalTime>
  <Pages>0</Pages>
  <Words>46</Words>
  <Characters>0</Characters>
  <Application>Microsoft Office PowerPoint</Application>
  <PresentationFormat>Widescreen</PresentationFormat>
  <Lines>0</Lines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system-ui</vt:lpstr>
      <vt:lpstr>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Bhrugen Patel</dc:creator>
  <cp:lastModifiedBy>compu</cp:lastModifiedBy>
  <cp:revision>13</cp:revision>
  <dcterms:created xsi:type="dcterms:W3CDTF">2023-06-28T17:46:04Z</dcterms:created>
  <dcterms:modified xsi:type="dcterms:W3CDTF">2026-06-20T14:38:32Z</dcterms:modified>
</cp:coreProperties>
</file>